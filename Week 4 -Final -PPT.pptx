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0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9" r:id="rId12"/>
    <p:sldId id="270" r:id="rId13"/>
    <p:sldId id="271" r:id="rId14"/>
    <p:sldId id="27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8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2B366-B36A-4642-ACD7-99D4E6107B29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9E5BE-DB80-4452-A50E-01BA8AB7AF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6368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2B366-B36A-4642-ACD7-99D4E6107B29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9E5BE-DB80-4452-A50E-01BA8AB7AF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7622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2B366-B36A-4642-ACD7-99D4E6107B29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9E5BE-DB80-4452-A50E-01BA8AB7AF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5909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2B366-B36A-4642-ACD7-99D4E6107B29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9E5BE-DB80-4452-A50E-01BA8AB7AF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319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2B366-B36A-4642-ACD7-99D4E6107B29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9E5BE-DB80-4452-A50E-01BA8AB7AF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5811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2B366-B36A-4642-ACD7-99D4E6107B29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9E5BE-DB80-4452-A50E-01BA8AB7AF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4735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2B366-B36A-4642-ACD7-99D4E6107B29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9E5BE-DB80-4452-A50E-01BA8AB7AF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9388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2B366-B36A-4642-ACD7-99D4E6107B29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9E5BE-DB80-4452-A50E-01BA8AB7AF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411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2B366-B36A-4642-ACD7-99D4E6107B29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9E5BE-DB80-4452-A50E-01BA8AB7AF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5546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2B366-B36A-4642-ACD7-99D4E6107B29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9E5BE-DB80-4452-A50E-01BA8AB7AF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2452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2B366-B36A-4642-ACD7-99D4E6107B29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9E5BE-DB80-4452-A50E-01BA8AB7AF90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143532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2B366-B36A-4642-ACD7-99D4E6107B29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9E5BE-DB80-4452-A50E-01BA8AB7AF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32271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2B366-B36A-4642-ACD7-99D4E6107B29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9E5BE-DB80-4452-A50E-01BA8AB7AF90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866784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2B366-B36A-4642-ACD7-99D4E6107B29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9E5BE-DB80-4452-A50E-01BA8AB7AF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93802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2B366-B36A-4642-ACD7-99D4E6107B29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9E5BE-DB80-4452-A50E-01BA8AB7AF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85324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2B366-B36A-4642-ACD7-99D4E6107B29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9E5BE-DB80-4452-A50E-01BA8AB7AF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6868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E2B366-B36A-4642-ACD7-99D4E6107B29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059E5BE-DB80-4452-A50E-01BA8AB7AF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1418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  <p:sldLayoutId id="2147483912" r:id="rId12"/>
    <p:sldLayoutId id="2147483913" r:id="rId13"/>
    <p:sldLayoutId id="2147483914" r:id="rId14"/>
    <p:sldLayoutId id="2147483915" r:id="rId15"/>
    <p:sldLayoutId id="214748391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9C9E3-3CB9-66F6-9C43-D555753E22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93291"/>
            <a:ext cx="8888360" cy="2153111"/>
          </a:xfrm>
        </p:spPr>
        <p:txBody>
          <a:bodyPr>
            <a:normAutofit/>
          </a:bodyPr>
          <a:lstStyle/>
          <a:p>
            <a:r>
              <a:rPr lang="en-US" dirty="0">
                <a:latin typeface="Algerian" panose="04020705040A02060702" pitchFamily="82" charset="0"/>
              </a:rPr>
              <a:t>Chanakya Campus Chatbot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583A46-5C66-8AEB-3EAB-CD827CE9DB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133601" y="2890531"/>
            <a:ext cx="11169446" cy="3382450"/>
          </a:xfrm>
        </p:spPr>
        <p:txBody>
          <a:bodyPr/>
          <a:lstStyle/>
          <a:p>
            <a:r>
              <a:rPr lang="en-IN" b="1" dirty="0"/>
              <a:t>Subtitle:</a:t>
            </a:r>
            <a:r>
              <a:rPr lang="en-IN" dirty="0"/>
              <a:t>  Campus Navigation &amp; Information System.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By-</a:t>
            </a:r>
          </a:p>
          <a:p>
            <a:r>
              <a:rPr lang="en-IN" dirty="0"/>
              <a:t>MANOJ A B</a:t>
            </a:r>
          </a:p>
          <a:p>
            <a:r>
              <a:rPr lang="en-IN" dirty="0"/>
              <a:t>24UG00520 </a:t>
            </a:r>
          </a:p>
          <a:p>
            <a:endParaRPr lang="en-IN" dirty="0">
              <a:latin typeface="+mj-lt"/>
            </a:endParaRPr>
          </a:p>
          <a:p>
            <a:endParaRPr lang="en-IN" dirty="0">
              <a:latin typeface="+mj-lt"/>
            </a:endParaRPr>
          </a:p>
          <a:p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79653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53EB0-6501-8158-1D82-8171AE555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7698960-6B44-3979-F53C-9A2350FD61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858296" y="-1678858"/>
            <a:ext cx="8676222" cy="3200400"/>
          </a:xfrm>
        </p:spPr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C0EB11-44FA-3E8D-945A-7649D4A71F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2658" y="1976283"/>
            <a:ext cx="10274710" cy="4195916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Title:</a:t>
            </a:r>
            <a:r>
              <a:rPr lang="en-US" dirty="0"/>
              <a:t> What is Chanakya Campus Chatbot?</a:t>
            </a:r>
            <a:br>
              <a:rPr lang="en-US" dirty="0"/>
            </a:br>
            <a:r>
              <a:rPr lang="en-US" b="1" dirty="0"/>
              <a:t>Content:</a:t>
            </a:r>
            <a:endParaRPr lang="en-US" dirty="0"/>
          </a:p>
          <a:p>
            <a:pPr algn="l"/>
            <a:r>
              <a:rPr lang="en-US" dirty="0"/>
              <a:t>    A smart chatbot to help students and visitors navigate the campus.      </a:t>
            </a:r>
          </a:p>
          <a:p>
            <a:pPr algn="l"/>
            <a:r>
              <a:rPr lang="en-US" dirty="0"/>
              <a:t>Provides: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/>
              <a:t>Campus timings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/>
              <a:t>Directions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/>
              <a:t>FAQs about locations and facilities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Interactive GUI built with </a:t>
            </a:r>
            <a:r>
              <a:rPr lang="en-US" b="1" dirty="0"/>
              <a:t>Python </a:t>
            </a:r>
            <a:r>
              <a:rPr lang="en-US" b="1" dirty="0" err="1"/>
              <a:t>Tkinter</a:t>
            </a:r>
            <a:endParaRPr lang="en-US" dirty="0"/>
          </a:p>
          <a:p>
            <a:pPr algn="l"/>
            <a:r>
              <a:rPr lang="en-US" b="1" dirty="0"/>
              <a:t>Visual:</a:t>
            </a:r>
            <a:r>
              <a:rPr lang="en-US" dirty="0"/>
              <a:t> Screenshot of the GUI or campus map icon</a:t>
            </a:r>
          </a:p>
          <a:p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72177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5663E-0B34-12BC-F9E8-4177A48FC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AA8168A-1F55-F35F-3C1F-C9EF0B0561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507226" y="-1777181"/>
            <a:ext cx="8676222" cy="3200400"/>
          </a:xfrm>
        </p:spPr>
        <p:txBody>
          <a:bodyPr/>
          <a:lstStyle/>
          <a:p>
            <a:r>
              <a:rPr lang="en-IN" dirty="0"/>
              <a:t>Features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77F246-1A53-9F9A-E748-8E0C4E2E60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14261" y="1830311"/>
            <a:ext cx="10274710" cy="4195916"/>
          </a:xfrm>
        </p:spPr>
        <p:txBody>
          <a:bodyPr>
            <a:normAutofit/>
          </a:bodyPr>
          <a:lstStyle/>
          <a:p>
            <a:pPr algn="l"/>
            <a:r>
              <a:rPr lang="en-IN" b="1" dirty="0"/>
              <a:t>Title:</a:t>
            </a:r>
            <a:r>
              <a:rPr lang="en-IN" dirty="0"/>
              <a:t> Key Features</a:t>
            </a:r>
          </a:p>
          <a:p>
            <a:pPr algn="l"/>
            <a:br>
              <a:rPr lang="en-IN" dirty="0"/>
            </a:br>
            <a:r>
              <a:rPr lang="en-IN" b="1" dirty="0"/>
              <a:t>Content:</a:t>
            </a:r>
            <a:endParaRPr lang="en-IN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dirty="0"/>
              <a:t>Chat interface to interact with the bot.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dirty="0"/>
              <a:t>Navigation between campus locations (walking/vehicle).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dirty="0"/>
              <a:t>FAQ section for campus facilities.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dirty="0"/>
              <a:t>Timing information for each building.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dirty="0"/>
              <a:t>Synonym recognition for user-friendly queries.</a:t>
            </a:r>
          </a:p>
          <a:p>
            <a:pPr algn="l"/>
            <a:r>
              <a:rPr lang="en-IN" b="1" dirty="0"/>
              <a:t>Visual:</a:t>
            </a:r>
            <a:r>
              <a:rPr lang="en-IN" dirty="0"/>
              <a:t> Icons for chat, navigation, FAQ, clock.</a:t>
            </a:r>
          </a:p>
          <a:p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21749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47364-971D-D59A-3AE7-489271CD7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798B99B-C991-EE06-17C5-14779970C7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747252" y="-1649361"/>
            <a:ext cx="8676222" cy="3200400"/>
          </a:xfrm>
        </p:spPr>
        <p:txBody>
          <a:bodyPr/>
          <a:lstStyle/>
          <a:p>
            <a:r>
              <a:rPr lang="en-IN" dirty="0"/>
              <a:t>Campus Graph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7B26AC-E8FE-29C6-C664-A891C8EAB4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1465" y="1983658"/>
            <a:ext cx="10274710" cy="4195916"/>
          </a:xfrm>
        </p:spPr>
        <p:txBody>
          <a:bodyPr/>
          <a:lstStyle/>
          <a:p>
            <a:pPr marL="457200" indent="-457200" algn="l">
              <a:buFont typeface="+mj-lt"/>
              <a:buAutoNum type="arabicPeriod"/>
            </a:pPr>
            <a:r>
              <a:rPr lang="en-US" b="1" dirty="0"/>
              <a:t>Title:</a:t>
            </a:r>
            <a:r>
              <a:rPr lang="en-US" dirty="0"/>
              <a:t> Campus Locations &amp; Distances.</a:t>
            </a:r>
          </a:p>
          <a:p>
            <a:pPr algn="l"/>
            <a:br>
              <a:rPr lang="en-US" dirty="0"/>
            </a:br>
            <a:r>
              <a:rPr lang="en-US" b="1" dirty="0"/>
              <a:t>Content:</a:t>
            </a:r>
            <a:endParaRPr lang="en-US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/>
              <a:t>Represented as a </a:t>
            </a:r>
            <a:r>
              <a:rPr lang="en-US" b="1" dirty="0"/>
              <a:t>graph with nodes and edges</a:t>
            </a:r>
            <a:endParaRPr lang="en-US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/>
              <a:t>Nodes: Flag Pole, Academic Block, Hostel Block, Food Court, Sports Area,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Engineering Block.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Edges: Distance between locations for walking and vehicle</a:t>
            </a:r>
          </a:p>
          <a:p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71342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9C140-DE98-6FBF-131E-1981358C5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9EFD55C-C342-455D-B222-D600A374C4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825910" y="-1167582"/>
            <a:ext cx="8676222" cy="3200400"/>
          </a:xfrm>
        </p:spPr>
        <p:txBody>
          <a:bodyPr/>
          <a:lstStyle/>
          <a:p>
            <a:r>
              <a:rPr lang="en-IN" dirty="0"/>
              <a:t>Graph Example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1A1ADD-05B9-C6D4-DC61-B57FAB6BEA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756" y="2703572"/>
            <a:ext cx="10274710" cy="4195916"/>
          </a:xfrm>
        </p:spPr>
        <p:txBody>
          <a:bodyPr>
            <a:normAutofit/>
          </a:bodyPr>
          <a:lstStyle/>
          <a:p>
            <a:pPr algn="l"/>
            <a:r>
              <a:rPr lang="en-US" sz="1400" b="1" dirty="0"/>
              <a:t>Title:</a:t>
            </a:r>
            <a:r>
              <a:rPr lang="en-US" sz="1400" dirty="0"/>
              <a:t> Graph Representation (Walking).</a:t>
            </a:r>
          </a:p>
          <a:p>
            <a:pPr algn="l"/>
            <a:br>
              <a:rPr lang="en-US" sz="1400" dirty="0"/>
            </a:br>
            <a:r>
              <a:rPr lang="en-US" sz="1400" b="1" dirty="0"/>
              <a:t>Content:</a:t>
            </a:r>
          </a:p>
          <a:p>
            <a:pPr algn="l"/>
            <a:r>
              <a:rPr lang="en-US" sz="1400" b="1" dirty="0"/>
              <a:t>Flag Pole</a:t>
            </a:r>
          </a:p>
          <a:p>
            <a:pPr algn="l"/>
            <a:r>
              <a:rPr lang="en-US" sz="1400" b="1" dirty="0"/>
              <a:t>   |40m                                                                            //. </a:t>
            </a:r>
            <a:r>
              <a:rPr lang="en-US" sz="1400" dirty="0"/>
              <a:t>Distances stored in </a:t>
            </a:r>
            <a:r>
              <a:rPr lang="en-US" sz="1400" b="1" dirty="0"/>
              <a:t>dictionary format</a:t>
            </a:r>
            <a:r>
              <a:rPr lang="en-US" sz="1400" dirty="0"/>
              <a:t> in Python</a:t>
            </a:r>
            <a:endParaRPr lang="en-US" sz="1400" b="1" dirty="0"/>
          </a:p>
          <a:p>
            <a:pPr algn="l"/>
            <a:r>
              <a:rPr lang="en-US" sz="1400" b="1" dirty="0"/>
              <a:t>Academic Block                                                            Visual:</a:t>
            </a:r>
            <a:r>
              <a:rPr lang="en-US" sz="1400" dirty="0"/>
              <a:t> Flowchart-style diagram with arrows and distances.</a:t>
            </a:r>
            <a:endParaRPr lang="en-US" sz="1400" b="1" dirty="0"/>
          </a:p>
          <a:p>
            <a:pPr algn="l"/>
            <a:r>
              <a:rPr lang="en-US" sz="1400" b="1" dirty="0"/>
              <a:t>   |150m</a:t>
            </a:r>
          </a:p>
          <a:p>
            <a:pPr algn="l"/>
            <a:r>
              <a:rPr lang="en-US" sz="1400" b="1" dirty="0"/>
              <a:t>Engineering Block</a:t>
            </a:r>
          </a:p>
          <a:p>
            <a:pPr algn="l"/>
            <a:endParaRPr lang="en-US" sz="1400" b="1" dirty="0"/>
          </a:p>
          <a:p>
            <a:pPr algn="l"/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57089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52736-695D-F1C5-3FF8-16329954F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8606" y="698091"/>
            <a:ext cx="10018713" cy="1752599"/>
          </a:xfrm>
        </p:spPr>
        <p:txBody>
          <a:bodyPr/>
          <a:lstStyle/>
          <a:p>
            <a:r>
              <a:rPr lang="en-IN" dirty="0"/>
              <a:t>Shortest Path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9650B-64DA-93DE-2DD3-C06BD21FD6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6643" y="2276169"/>
            <a:ext cx="10018713" cy="3124201"/>
          </a:xfrm>
        </p:spPr>
        <p:txBody>
          <a:bodyPr>
            <a:normAutofit/>
          </a:bodyPr>
          <a:lstStyle/>
          <a:p>
            <a:r>
              <a:rPr lang="en-IN" b="1" dirty="0"/>
              <a:t>Title:</a:t>
            </a:r>
            <a:r>
              <a:rPr lang="en-IN" dirty="0"/>
              <a:t> Finding the Best Route.</a:t>
            </a:r>
          </a:p>
          <a:p>
            <a:pPr marL="0" indent="0">
              <a:buNone/>
            </a:pPr>
            <a:br>
              <a:rPr lang="en-IN" dirty="0"/>
            </a:br>
            <a:r>
              <a:rPr lang="en-IN" b="1" dirty="0"/>
              <a:t>Content:</a:t>
            </a:r>
            <a:endParaRPr lang="en-IN" dirty="0"/>
          </a:p>
          <a:p>
            <a:r>
              <a:rPr lang="en-IN" dirty="0"/>
              <a:t>Uses </a:t>
            </a:r>
            <a:r>
              <a:rPr lang="en-IN" b="1" dirty="0"/>
              <a:t>Dijkstra’s algorithm</a:t>
            </a:r>
            <a:r>
              <a:rPr lang="en-IN" dirty="0"/>
              <a:t> (via </a:t>
            </a:r>
            <a:r>
              <a:rPr lang="en-IN" dirty="0" err="1">
                <a:highlight>
                  <a:srgbClr val="FFFF00"/>
                </a:highlight>
              </a:rPr>
              <a:t>heapq</a:t>
            </a:r>
            <a:r>
              <a:rPr lang="en-IN" dirty="0"/>
              <a:t> priority queue).</a:t>
            </a:r>
          </a:p>
          <a:p>
            <a:r>
              <a:rPr lang="en-IN" dirty="0"/>
              <a:t>Calculates shortest distance between two points.</a:t>
            </a:r>
          </a:p>
          <a:p>
            <a:r>
              <a:rPr lang="en-IN" dirty="0"/>
              <a:t>Returns both </a:t>
            </a:r>
            <a:r>
              <a:rPr lang="en-IN" b="1" dirty="0"/>
              <a:t>distance</a:t>
            </a:r>
            <a:r>
              <a:rPr lang="en-IN" dirty="0"/>
              <a:t> and </a:t>
            </a:r>
            <a:r>
              <a:rPr lang="en-IN" b="1" dirty="0"/>
              <a:t>path.</a:t>
            </a:r>
            <a:endParaRPr lang="en-IN" dirty="0"/>
          </a:p>
          <a:p>
            <a:r>
              <a:rPr lang="en-IN" b="1" dirty="0"/>
              <a:t>Visual:</a:t>
            </a:r>
            <a:r>
              <a:rPr lang="en-IN" dirty="0"/>
              <a:t> Example route: Flag Pole → Academic Block → Engineering Block.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7338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82AE4-DC6B-A05D-E7C7-BA4B9F9D2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6E355-0F1C-A726-4D96-E3183470F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2632" y="943897"/>
            <a:ext cx="10018713" cy="1752599"/>
          </a:xfrm>
        </p:spPr>
        <p:txBody>
          <a:bodyPr/>
          <a:lstStyle/>
          <a:p>
            <a:r>
              <a:rPr lang="en-IN" dirty="0"/>
              <a:t>Directions &amp; Instructions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7912F-6468-A911-1723-4C492348E2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2633" y="2042652"/>
            <a:ext cx="10018713" cy="4230329"/>
          </a:xfrm>
        </p:spPr>
        <p:txBody>
          <a:bodyPr/>
          <a:lstStyle/>
          <a:p>
            <a:r>
              <a:rPr lang="en-US" b="1" dirty="0"/>
              <a:t>Title:</a:t>
            </a:r>
            <a:r>
              <a:rPr lang="en-US" dirty="0"/>
              <a:t> Turn-by-Turn Instructions.</a:t>
            </a:r>
            <a:br>
              <a:rPr lang="en-US" dirty="0"/>
            </a:br>
            <a:r>
              <a:rPr lang="en-US" b="1" dirty="0"/>
              <a:t>Content:</a:t>
            </a:r>
            <a:endParaRPr lang="en-US" dirty="0"/>
          </a:p>
          <a:p>
            <a:r>
              <a:rPr lang="en-US" dirty="0"/>
              <a:t>Instructions generated from predefined dictionary.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Start at Flag Pole.</a:t>
            </a:r>
          </a:p>
          <a:p>
            <a:pPr lvl="1"/>
            <a:r>
              <a:rPr lang="en-US" dirty="0"/>
              <a:t>Go straight to Academic Block.</a:t>
            </a:r>
          </a:p>
          <a:p>
            <a:pPr lvl="1"/>
            <a:r>
              <a:rPr lang="en-US" dirty="0"/>
              <a:t>Turn right to Engineering Block.</a:t>
            </a:r>
          </a:p>
          <a:p>
            <a:pPr lvl="1"/>
            <a:r>
              <a:rPr lang="en-US" dirty="0"/>
              <a:t>You have reached your destination.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2893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ED0C4-CFB0-65FE-EFC2-845E691BE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55D97-2FB6-7225-209C-C225C3F47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43" y="639097"/>
            <a:ext cx="10018713" cy="1752599"/>
          </a:xfrm>
        </p:spPr>
        <p:txBody>
          <a:bodyPr/>
          <a:lstStyle/>
          <a:p>
            <a:r>
              <a:rPr lang="en-IN" dirty="0"/>
              <a:t>Timings and FAQs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CE7AC-321B-BC76-20DB-6F9D13C6BA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1988574"/>
            <a:ext cx="10018713" cy="4230329"/>
          </a:xfrm>
        </p:spPr>
        <p:txBody>
          <a:bodyPr/>
          <a:lstStyle/>
          <a:p>
            <a:r>
              <a:rPr lang="en-US" b="1" dirty="0"/>
              <a:t>Title:</a:t>
            </a:r>
            <a:r>
              <a:rPr lang="en-US" dirty="0"/>
              <a:t> Campus Timings &amp; FAQs.</a:t>
            </a:r>
            <a:br>
              <a:rPr lang="en-US" dirty="0"/>
            </a:br>
            <a:r>
              <a:rPr lang="en-US" b="1" dirty="0"/>
              <a:t>Content:</a:t>
            </a:r>
            <a:endParaRPr lang="en-US" dirty="0"/>
          </a:p>
          <a:p>
            <a:r>
              <a:rPr lang="en-US" b="1" dirty="0"/>
              <a:t>Timings</a:t>
            </a:r>
            <a:r>
              <a:rPr lang="en-US" dirty="0"/>
              <a:t> stored in dictionary: Academic Block, Library, Hostel Block, etc..</a:t>
            </a:r>
          </a:p>
          <a:p>
            <a:r>
              <a:rPr lang="en-US" b="1" dirty="0"/>
              <a:t>FAQs</a:t>
            </a:r>
            <a:r>
              <a:rPr lang="en-US" dirty="0"/>
              <a:t> provide facility details for each location.</a:t>
            </a:r>
          </a:p>
          <a:p>
            <a:r>
              <a:rPr lang="en-US" dirty="0"/>
              <a:t>Users can select from GUI buttons to access information.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4841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D180D-5538-B6F8-8594-8463F3ECB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4944-B980-71F1-4666-B00550ACB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894736"/>
            <a:ext cx="10018713" cy="1752599"/>
          </a:xfrm>
        </p:spPr>
        <p:txBody>
          <a:bodyPr/>
          <a:lstStyle/>
          <a:p>
            <a:r>
              <a:rPr lang="en-IN" dirty="0"/>
              <a:t>Synonyms &amp; Input Normalization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E0B68-F036-FAA9-0F4F-9E5ED801EA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2633" y="2042652"/>
            <a:ext cx="10018713" cy="4230329"/>
          </a:xfrm>
        </p:spPr>
        <p:txBody>
          <a:bodyPr/>
          <a:lstStyle/>
          <a:p>
            <a:r>
              <a:rPr lang="en-IN" b="1" dirty="0"/>
              <a:t>Title:</a:t>
            </a:r>
            <a:r>
              <a:rPr lang="en-IN" dirty="0"/>
              <a:t> Handling User Queries.</a:t>
            </a:r>
            <a:br>
              <a:rPr lang="en-IN" dirty="0"/>
            </a:br>
            <a:r>
              <a:rPr lang="en-IN" b="1" dirty="0"/>
              <a:t>Content:</a:t>
            </a:r>
            <a:endParaRPr lang="en-IN" dirty="0"/>
          </a:p>
          <a:p>
            <a:r>
              <a:rPr lang="en-IN" dirty="0"/>
              <a:t>Recognizes synonyms like:</a:t>
            </a:r>
          </a:p>
          <a:p>
            <a:pPr lvl="1"/>
            <a:r>
              <a:rPr lang="en-IN" dirty="0"/>
              <a:t>"canteen" → Food Court.</a:t>
            </a:r>
          </a:p>
          <a:p>
            <a:pPr lvl="1"/>
            <a:r>
              <a:rPr lang="en-IN" dirty="0"/>
              <a:t>"dorm" → Hostel Block.</a:t>
            </a:r>
          </a:p>
          <a:p>
            <a:r>
              <a:rPr lang="en-IN" dirty="0"/>
              <a:t>Fuzzy matching with </a:t>
            </a:r>
            <a:r>
              <a:rPr lang="en-IN" b="1" dirty="0" err="1"/>
              <a:t>difflib</a:t>
            </a:r>
            <a:r>
              <a:rPr lang="en-IN" dirty="0"/>
              <a:t> for approximate matches.</a:t>
            </a:r>
          </a:p>
          <a:p>
            <a:r>
              <a:rPr lang="en-IN" b="1" dirty="0"/>
              <a:t>Visual:</a:t>
            </a:r>
            <a:r>
              <a:rPr lang="en-IN" dirty="0"/>
              <a:t> Small diagram showing synonym mapping.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20973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38BDE-9A45-E331-7043-ED8F4B137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84CF0-B1C2-19AB-D7EB-79F62C193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0788" y="717755"/>
            <a:ext cx="10018713" cy="1752599"/>
          </a:xfrm>
        </p:spPr>
        <p:txBody>
          <a:bodyPr/>
          <a:lstStyle/>
          <a:p>
            <a:r>
              <a:rPr lang="en-IN" dirty="0"/>
              <a:t>GUI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41ABC-EB72-2F9B-4D5D-60D358AEE4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85" y="1757516"/>
            <a:ext cx="10018713" cy="4230329"/>
          </a:xfrm>
        </p:spPr>
        <p:txBody>
          <a:bodyPr>
            <a:normAutofit/>
          </a:bodyPr>
          <a:lstStyle/>
          <a:p>
            <a:r>
              <a:rPr lang="en-IN" b="1" dirty="0"/>
              <a:t>Title:</a:t>
            </a:r>
            <a:r>
              <a:rPr lang="en-IN" dirty="0"/>
              <a:t> User Interface Overview.</a:t>
            </a:r>
          </a:p>
          <a:p>
            <a:pPr marL="0" indent="0">
              <a:buNone/>
            </a:pPr>
            <a:br>
              <a:rPr lang="en-IN" dirty="0"/>
            </a:br>
            <a:r>
              <a:rPr lang="en-IN" b="1" dirty="0"/>
              <a:t>Content:</a:t>
            </a:r>
            <a:endParaRPr lang="en-IN" dirty="0"/>
          </a:p>
          <a:p>
            <a:r>
              <a:rPr lang="en-IN" dirty="0"/>
              <a:t>Built using </a:t>
            </a:r>
            <a:r>
              <a:rPr lang="en-IN" b="1" dirty="0" err="1"/>
              <a:t>Tkinter</a:t>
            </a:r>
            <a:endParaRPr lang="en-IN" dirty="0"/>
          </a:p>
          <a:p>
            <a:r>
              <a:rPr lang="en-IN" dirty="0"/>
              <a:t>Sections:</a:t>
            </a:r>
          </a:p>
          <a:p>
            <a:pPr lvl="1"/>
            <a:r>
              <a:rPr lang="en-IN" dirty="0"/>
              <a:t>Chat Window</a:t>
            </a:r>
          </a:p>
          <a:p>
            <a:pPr lvl="1"/>
            <a:r>
              <a:rPr lang="en-IN" dirty="0"/>
              <a:t>Buttons: FAQs, Timing, Travel, Exit</a:t>
            </a:r>
          </a:p>
          <a:p>
            <a:pPr lvl="1"/>
            <a:r>
              <a:rPr lang="en-IN" dirty="0"/>
              <a:t>Entry for user queries</a:t>
            </a:r>
          </a:p>
          <a:p>
            <a:r>
              <a:rPr lang="en-IN" dirty="0"/>
              <a:t>Interactive &amp; user-friendly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4974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FDCBA-CD2A-B5B3-A27F-5D7E06FF3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7521C-C586-DC62-750E-6DA2BF83F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914400"/>
            <a:ext cx="10018713" cy="1752599"/>
          </a:xfrm>
        </p:spPr>
        <p:txBody>
          <a:bodyPr/>
          <a:lstStyle/>
          <a:p>
            <a:r>
              <a:rPr lang="en-IN" dirty="0"/>
              <a:t>Travel Planning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28339-E87F-D1CD-AC0A-ED7F60FA1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2633" y="2042652"/>
            <a:ext cx="10018713" cy="4230329"/>
          </a:xfrm>
        </p:spPr>
        <p:txBody>
          <a:bodyPr/>
          <a:lstStyle/>
          <a:p>
            <a:r>
              <a:rPr lang="en-US" b="1" dirty="0"/>
              <a:t>Title:</a:t>
            </a:r>
            <a:r>
              <a:rPr lang="en-US" dirty="0"/>
              <a:t> Plan Your Travel.</a:t>
            </a:r>
            <a:br>
              <a:rPr lang="en-US" dirty="0"/>
            </a:br>
            <a:r>
              <a:rPr lang="en-US" b="1" dirty="0"/>
              <a:t>Content:</a:t>
            </a:r>
            <a:endParaRPr lang="en-US" dirty="0"/>
          </a:p>
          <a:p>
            <a:r>
              <a:rPr lang="en-US" dirty="0"/>
              <a:t>User selects start &amp; end locations.</a:t>
            </a:r>
          </a:p>
          <a:p>
            <a:r>
              <a:rPr lang="en-US" dirty="0"/>
              <a:t>Chooses mode: Walk or Vehicle.</a:t>
            </a:r>
          </a:p>
          <a:p>
            <a:r>
              <a:rPr lang="en-US" dirty="0"/>
              <a:t>Bot calculates best route &amp; generates instructions.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66544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137B7-269B-0012-C826-EE8F25873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52DA2-180B-698D-7BF0-F5968E661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4813" y="865238"/>
            <a:ext cx="10018713" cy="1752599"/>
          </a:xfrm>
        </p:spPr>
        <p:txBody>
          <a:bodyPr/>
          <a:lstStyle/>
          <a:p>
            <a:r>
              <a:rPr lang="en-IN" dirty="0"/>
              <a:t>How it Works….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E320B-5CD4-863E-4562-B09636D63A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2633" y="2042652"/>
            <a:ext cx="10018713" cy="42303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Title:</a:t>
            </a:r>
            <a:r>
              <a:rPr lang="en-IN" dirty="0"/>
              <a:t> Chatbot Flow.</a:t>
            </a:r>
          </a:p>
          <a:p>
            <a:pPr marL="0" indent="0">
              <a:buNone/>
            </a:pPr>
            <a:br>
              <a:rPr lang="en-IN" dirty="0"/>
            </a:br>
            <a:r>
              <a:rPr lang="en-IN" b="1" dirty="0"/>
              <a:t>Content:</a:t>
            </a:r>
            <a:endParaRPr lang="en-IN" dirty="0"/>
          </a:p>
          <a:p>
            <a:r>
              <a:rPr lang="en-IN" dirty="0"/>
              <a:t>User types query or clicks buttons.</a:t>
            </a:r>
          </a:p>
          <a:p>
            <a:r>
              <a:rPr lang="en-IN" dirty="0"/>
              <a:t>Input normalized &amp; checked against locations &amp; synonyms.</a:t>
            </a:r>
          </a:p>
          <a:p>
            <a:r>
              <a:rPr lang="en-IN" dirty="0"/>
              <a:t>If travel query → Shortest path calculated.</a:t>
            </a:r>
          </a:p>
          <a:p>
            <a:r>
              <a:rPr lang="en-IN" dirty="0"/>
              <a:t>If timing/FAQ query → Relevant info retrieved.</a:t>
            </a:r>
          </a:p>
          <a:p>
            <a:r>
              <a:rPr lang="en-IN" dirty="0"/>
              <a:t>Bot responds in chat window.</a:t>
            </a:r>
          </a:p>
          <a:p>
            <a:pPr marL="0" indent="0">
              <a:buNone/>
            </a:pPr>
            <a:r>
              <a:rPr lang="en-IN" b="1" dirty="0"/>
              <a:t>Visual:</a:t>
            </a:r>
            <a:r>
              <a:rPr lang="en-IN" dirty="0"/>
              <a:t> Flowchart of user → bot → response.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51966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5857E-1B92-6E1E-0945-67EA80A56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0A19BF-F68A-5A1C-F8A1-6CB710A8B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Title:</a:t>
            </a:r>
            <a:r>
              <a:rPr lang="en-US" dirty="0"/>
              <a:t> Benefits of This Chatbot.</a:t>
            </a:r>
            <a:br>
              <a:rPr lang="en-US" dirty="0"/>
            </a:br>
            <a:r>
              <a:rPr lang="en-US" b="1" dirty="0"/>
              <a:t>Content:</a:t>
            </a:r>
            <a:endParaRPr lang="en-US" dirty="0"/>
          </a:p>
          <a:p>
            <a:r>
              <a:rPr lang="en-US" dirty="0"/>
              <a:t>Simplifies campus navigation.</a:t>
            </a:r>
          </a:p>
          <a:p>
            <a:r>
              <a:rPr lang="en-US" dirty="0"/>
              <a:t>Provides quick info on timings &amp; facilities.</a:t>
            </a:r>
          </a:p>
          <a:p>
            <a:r>
              <a:rPr lang="en-US" dirty="0"/>
              <a:t>User-friendly and interactive.</a:t>
            </a:r>
          </a:p>
          <a:p>
            <a:r>
              <a:rPr lang="en-US" dirty="0"/>
              <a:t>Can be extended to other campuses.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25215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4F423-11D8-7E2F-5F72-0D80B7DA7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D53B8-0610-1DED-3E79-F2DB9CB73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Title:</a:t>
            </a:r>
            <a:r>
              <a:rPr lang="en-IN" dirty="0"/>
              <a:t> Summary</a:t>
            </a:r>
          </a:p>
          <a:p>
            <a:pPr marL="0" indent="0">
              <a:buNone/>
            </a:pPr>
            <a:br>
              <a:rPr lang="en-IN" dirty="0"/>
            </a:br>
            <a:r>
              <a:rPr lang="en-IN" b="1" dirty="0"/>
              <a:t>Content:</a:t>
            </a:r>
            <a:endParaRPr lang="en-IN" dirty="0"/>
          </a:p>
          <a:p>
            <a:r>
              <a:rPr lang="en-IN" dirty="0"/>
              <a:t>Chanakya Campus Chatbot is a </a:t>
            </a:r>
            <a:r>
              <a:rPr lang="en-IN" b="1" dirty="0"/>
              <a:t>Python-based GUI</a:t>
            </a:r>
            <a:r>
              <a:rPr lang="en-IN" dirty="0"/>
              <a:t> application.</a:t>
            </a:r>
          </a:p>
          <a:p>
            <a:r>
              <a:rPr lang="en-IN" dirty="0"/>
              <a:t>Combines </a:t>
            </a:r>
            <a:r>
              <a:rPr lang="en-IN" b="1" dirty="0"/>
              <a:t>graph algorithms</a:t>
            </a:r>
            <a:r>
              <a:rPr lang="en-IN" dirty="0"/>
              <a:t>, </a:t>
            </a:r>
            <a:r>
              <a:rPr lang="en-IN" b="1" dirty="0"/>
              <a:t>NLP</a:t>
            </a:r>
            <a:r>
              <a:rPr lang="en-IN" dirty="0"/>
              <a:t>, and </a:t>
            </a:r>
            <a:r>
              <a:rPr lang="en-IN" b="1" dirty="0"/>
              <a:t>interactive GUI.</a:t>
            </a:r>
            <a:endParaRPr lang="en-IN" dirty="0"/>
          </a:p>
          <a:p>
            <a:r>
              <a:rPr lang="en-IN" dirty="0"/>
              <a:t>Enhances campus experience for students &amp; visitors.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952986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EB14C3B-AA18-4492-BB10-F087CABC6526}">
  <we:reference id="wa104380121" version="2.0.0.0" store="en-US" storeType="OMEX"/>
  <we:alternateReferences>
    <we:reference id="wa104380121" version="2.0.0.0" store="wa104380121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181</TotalTime>
  <Words>593</Words>
  <Application>Microsoft Office PowerPoint</Application>
  <PresentationFormat>Widescreen</PresentationFormat>
  <Paragraphs>105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Algerian</vt:lpstr>
      <vt:lpstr>Arial</vt:lpstr>
      <vt:lpstr>Trebuchet MS</vt:lpstr>
      <vt:lpstr>Wingdings 3</vt:lpstr>
      <vt:lpstr>Facet</vt:lpstr>
      <vt:lpstr>Chanakya Campus Chatbot</vt:lpstr>
      <vt:lpstr>Introduction</vt:lpstr>
      <vt:lpstr>Features</vt:lpstr>
      <vt:lpstr>Campus Graph</vt:lpstr>
      <vt:lpstr>Graph Example</vt:lpstr>
      <vt:lpstr>Shortest Path Algorithm</vt:lpstr>
      <vt:lpstr>Directions &amp; Instructions</vt:lpstr>
      <vt:lpstr>Timings and FAQs</vt:lpstr>
      <vt:lpstr>Synonyms &amp; Input Normalization</vt:lpstr>
      <vt:lpstr>GUI Design</vt:lpstr>
      <vt:lpstr>Travel Planning</vt:lpstr>
      <vt:lpstr>How it Works….</vt:lpstr>
      <vt:lpstr>Advantages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Manoj A B</dc:creator>
  <cp:lastModifiedBy>Manoj A B</cp:lastModifiedBy>
  <cp:revision>1</cp:revision>
  <dcterms:created xsi:type="dcterms:W3CDTF">2025-09-23T16:32:49Z</dcterms:created>
  <dcterms:modified xsi:type="dcterms:W3CDTF">2025-09-23T19:34:06Z</dcterms:modified>
</cp:coreProperties>
</file>